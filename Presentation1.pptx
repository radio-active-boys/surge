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0CEA-82CC-4EE7-A5F5-36C6026EC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28EE8-113D-43F0-853C-47B2A9DF5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6226B-CA94-402F-8F24-44DEE149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FCD06-BCA4-419B-B486-CECF6CF9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2CA3-BAC9-4183-B909-B3F134FAD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094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690F-A4A4-4EEA-ABEB-69B8AB15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0B4FB-7A16-4D34-AE73-8892F95D3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6AF28-A281-4758-8A49-73F7AC145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E441-3282-442C-A33D-BFA970A73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7F019-7401-42C3-8D9E-3C86B97A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67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E746-26C5-4D0E-8E1F-6206FE418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ABA7E-AEE7-473D-9477-A2F52EF98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B2D3B-A58C-47EE-AF59-CB6B7D7B1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D4598-0BE2-4DA6-A4D1-501DD078E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2F295-FE95-4B28-902F-0A393748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616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44F40-F1C4-4C0A-B072-C41BDD132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3143-1748-4BE3-88B4-984656647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8E34D0-D1A3-499F-9659-5A1267517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3A5E-CF46-4A20-BB0C-4C9FD6CE0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8CA1E-3951-4BB0-98FE-A0863315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D3EFD-C289-4806-B236-B723DD4D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54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5CF7-967D-47DF-80B6-10100921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B19AC-184F-4442-A686-41B092C3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6BC05-B91C-4A8B-8717-131FE34C9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9FE08C-AD0B-435B-8D88-DC8B36D4B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3D180-9930-47D0-B600-E1435358F6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FD3B5-EC1C-4AFE-9155-260715600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08310-4D9C-4C01-BB6E-8670BC1F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759FD2-871B-46CB-A8C9-0381728B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21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BE017-2DAB-43B7-A177-678E4A767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690D50-78DD-4898-BC51-AA2F9794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A8FAC-70B5-4AB5-B9B7-BB5D0F25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B72D1-E4A7-4C73-896B-B7C278B5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05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F93375-FD1A-4131-B5D7-4B57FEC62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F62BD-3B6B-4167-BD22-2EBF472D6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0BF91-7C69-4449-9CAE-CBA660CD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84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7E814-968A-4B5E-BC3F-E71B86A1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2817-0545-459B-85B9-FF2A2A48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DA2C84-2BF2-4989-9FFF-042997EE03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66759-E8E1-42AD-9DF0-0972066B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A34DF-C8B5-4C8D-A67E-1E515289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D0698-9E97-4998-896D-F61B45FC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84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57681-B8D8-4BA5-89E0-B177DF2C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79C681-3814-4E8D-B203-FAE8F78D39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AB984-CCA0-4F96-9C91-3A53553EF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714A-3963-4FF5-9E2C-2A4902E0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02B7E-5652-4ECD-A368-4CE53CEA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6681C-A416-4F5C-97C0-4118FD6C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145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74E3-709A-4F17-91DB-8EB5216B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57D30-7C9D-40D0-9203-DAA1A461B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D0809-71B9-4F53-8833-FBA717BC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1BF0D-ED25-42CB-ABDE-42FC0F52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BB73F-F14B-4D73-8AED-3FE32425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0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D8A57-58DF-4152-9381-C94DF7000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15A20-620B-437D-B09F-EA35175C4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D4488-1A24-47B1-98FD-06EF59ACA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D80DA-B7FE-424F-93DF-B80B795F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E49DA-D633-4569-AE79-B2C1C3576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47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46FDD0-0D8E-4082-BAA0-E363D7594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12BA97-9790-4127-8122-C48E31B33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2AC54-4D3A-4595-AC1C-654B7BDA8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74980-B6CC-45C4-BB1C-F8A1A0ADBEAE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E0863-6B86-47A1-B30A-AB0E67CF7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8BECD-C22C-4B33-90E7-231CDB17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4E97C-F291-47E5-934B-8F6A4EA6B5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868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E1CB890-7ACD-4685-8F30-789F4DAE485C}"/>
              </a:ext>
            </a:extLst>
          </p:cNvPr>
          <p:cNvGrpSpPr/>
          <p:nvPr/>
        </p:nvGrpSpPr>
        <p:grpSpPr>
          <a:xfrm>
            <a:off x="299795" y="815788"/>
            <a:ext cx="9836075" cy="3972149"/>
            <a:chOff x="299795" y="815788"/>
            <a:chExt cx="9836075" cy="397214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96E0970-A353-4D71-A4F4-956D29698EF4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99795" y="1069881"/>
              <a:ext cx="5312111" cy="3718056"/>
            </a:xfrm>
            <a:prstGeom prst="rect">
              <a:avLst/>
            </a:prstGeom>
          </p:spPr>
        </p:pic>
        <p:pic>
          <p:nvPicPr>
            <p:cNvPr id="5" name="Picture 4" descr="C:\Users\Vishal\Downloads\section-forces.png">
              <a:extLst>
                <a:ext uri="{FF2B5EF4-FFF2-40B4-BE49-F238E27FC236}">
                  <a16:creationId xmlns:a16="http://schemas.microsoft.com/office/drawing/2014/main" id="{88706AA4-3878-47D7-B8E9-DFC191918958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8880" y="1069881"/>
              <a:ext cx="4380827" cy="1955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C:\Users\Vishal\Downloads\reaction-force.png">
              <a:extLst>
                <a:ext uri="{FF2B5EF4-FFF2-40B4-BE49-F238E27FC236}">
                  <a16:creationId xmlns:a16="http://schemas.microsoft.com/office/drawing/2014/main" id="{2CF1F973-777E-47A7-B6BE-DCBD7A620159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1906" y="3175830"/>
              <a:ext cx="4523964" cy="1326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26805C-CB7D-43BF-80E1-8363F649A95D}"/>
                </a:ext>
              </a:extLst>
            </p:cNvPr>
            <p:cNvSpPr txBox="1"/>
            <p:nvPr/>
          </p:nvSpPr>
          <p:spPr>
            <a:xfrm>
              <a:off x="2052919" y="815788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Truss Example 1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E0C913-95B1-4660-B395-1D507CAEFA84}"/>
                </a:ext>
              </a:extLst>
            </p:cNvPr>
            <p:cNvSpPr txBox="1"/>
            <p:nvPr/>
          </p:nvSpPr>
          <p:spPr>
            <a:xfrm>
              <a:off x="7304629" y="2956683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Reactions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93CBB3-4ED5-43CC-ADB4-B26B0C0207B8}"/>
                </a:ext>
              </a:extLst>
            </p:cNvPr>
            <p:cNvSpPr txBox="1"/>
            <p:nvPr/>
          </p:nvSpPr>
          <p:spPr>
            <a:xfrm>
              <a:off x="7134300" y="815788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Axial Forces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540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E0970-A353-4D71-A4F4-956D29698E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99795" y="1069881"/>
            <a:ext cx="5312111" cy="3718056"/>
          </a:xfrm>
          <a:prstGeom prst="rect">
            <a:avLst/>
          </a:prstGeom>
        </p:spPr>
      </p:pic>
      <p:pic>
        <p:nvPicPr>
          <p:cNvPr id="5" name="Picture 4" descr="C:\Users\Vishal\Downloads\section-forces.png">
            <a:extLst>
              <a:ext uri="{FF2B5EF4-FFF2-40B4-BE49-F238E27FC236}">
                <a16:creationId xmlns:a16="http://schemas.microsoft.com/office/drawing/2014/main" id="{88706AA4-3878-47D7-B8E9-DFC19191895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880" y="1069881"/>
            <a:ext cx="4380827" cy="195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Vishal\Downloads\reaction-force.png">
            <a:extLst>
              <a:ext uri="{FF2B5EF4-FFF2-40B4-BE49-F238E27FC236}">
                <a16:creationId xmlns:a16="http://schemas.microsoft.com/office/drawing/2014/main" id="{2CF1F973-777E-47A7-B6BE-DCBD7A62015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906" y="3175830"/>
            <a:ext cx="4523964" cy="13267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26805C-CB7D-43BF-80E1-8363F649A95D}"/>
              </a:ext>
            </a:extLst>
          </p:cNvPr>
          <p:cNvSpPr txBox="1"/>
          <p:nvPr/>
        </p:nvSpPr>
        <p:spPr>
          <a:xfrm>
            <a:off x="2052919" y="815788"/>
            <a:ext cx="14791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Truss Example 1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E0C913-95B1-4660-B395-1D507CAEFA84}"/>
              </a:ext>
            </a:extLst>
          </p:cNvPr>
          <p:cNvSpPr txBox="1"/>
          <p:nvPr/>
        </p:nvSpPr>
        <p:spPr>
          <a:xfrm>
            <a:off x="7304629" y="2956683"/>
            <a:ext cx="14791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Reactions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93CBB3-4ED5-43CC-ADB4-B26B0C0207B8}"/>
              </a:ext>
            </a:extLst>
          </p:cNvPr>
          <p:cNvSpPr txBox="1"/>
          <p:nvPr/>
        </p:nvSpPr>
        <p:spPr>
          <a:xfrm>
            <a:off x="7134300" y="815788"/>
            <a:ext cx="14791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Axial Forces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55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6C76BCC-548E-4D5A-8C4D-D5D8C3F43417}"/>
              </a:ext>
            </a:extLst>
          </p:cNvPr>
          <p:cNvGrpSpPr/>
          <p:nvPr/>
        </p:nvGrpSpPr>
        <p:grpSpPr>
          <a:xfrm>
            <a:off x="629059" y="878099"/>
            <a:ext cx="9384517" cy="5115236"/>
            <a:chOff x="629059" y="878099"/>
            <a:chExt cx="9384517" cy="511523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E20A7D-A0A9-4E42-AB6F-F1ECE5B49B14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0632" y="1201271"/>
              <a:ext cx="4597530" cy="2420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A41C4-EB58-49A8-A03A-494039315F40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0632" y="3572435"/>
              <a:ext cx="5022944" cy="2420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8718BC-EF1C-4D86-9FAC-861B2BCC037E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629059" y="1255058"/>
              <a:ext cx="4361573" cy="468854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1AF4A09-4EC7-460E-8E9D-B6371AEC8BA8}"/>
                </a:ext>
              </a:extLst>
            </p:cNvPr>
            <p:cNvSpPr txBox="1"/>
            <p:nvPr/>
          </p:nvSpPr>
          <p:spPr>
            <a:xfrm>
              <a:off x="6999829" y="3410852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Reactions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49B1862-0A35-4478-BF0B-91C87383867A}"/>
                </a:ext>
              </a:extLst>
            </p:cNvPr>
            <p:cNvSpPr txBox="1"/>
            <p:nvPr/>
          </p:nvSpPr>
          <p:spPr>
            <a:xfrm>
              <a:off x="6838465" y="878100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Axial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C4651D6-7BA9-469B-982C-33979225B68E}"/>
                </a:ext>
              </a:extLst>
            </p:cNvPr>
            <p:cNvSpPr txBox="1"/>
            <p:nvPr/>
          </p:nvSpPr>
          <p:spPr>
            <a:xfrm>
              <a:off x="2140959" y="878099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Truss Example 2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74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6B85F9E-B9FC-4C4F-8370-9E52022DAAD0}"/>
              </a:ext>
            </a:extLst>
          </p:cNvPr>
          <p:cNvGrpSpPr/>
          <p:nvPr/>
        </p:nvGrpSpPr>
        <p:grpSpPr>
          <a:xfrm>
            <a:off x="268689" y="775236"/>
            <a:ext cx="11557551" cy="5306645"/>
            <a:chOff x="268689" y="775236"/>
            <a:chExt cx="11557551" cy="53066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AEE6F3-3E41-4E4A-87B5-583920CAA38E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68689" y="1098401"/>
              <a:ext cx="5624457" cy="498348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B00976B-4EFB-4D79-931E-16F038BC786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93146" y="1098401"/>
              <a:ext cx="5730240" cy="2583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3FD7D54-BA5A-4239-88FC-2DF4E8DF244C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0" y="3590141"/>
              <a:ext cx="5730240" cy="240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C555A70-6D6A-4250-B543-0620DFA89F2A}"/>
                </a:ext>
              </a:extLst>
            </p:cNvPr>
            <p:cNvSpPr txBox="1"/>
            <p:nvPr/>
          </p:nvSpPr>
          <p:spPr>
            <a:xfrm>
              <a:off x="2123029" y="776119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Truss Example 3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531C6B6-16CE-42AB-9D0E-512C50318935}"/>
                </a:ext>
              </a:extLst>
            </p:cNvPr>
            <p:cNvSpPr txBox="1"/>
            <p:nvPr/>
          </p:nvSpPr>
          <p:spPr>
            <a:xfrm>
              <a:off x="7850209" y="775236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Axial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6CE259-D450-4F5A-A1CE-F9A105D75A94}"/>
                </a:ext>
              </a:extLst>
            </p:cNvPr>
            <p:cNvSpPr txBox="1"/>
            <p:nvPr/>
          </p:nvSpPr>
          <p:spPr>
            <a:xfrm>
              <a:off x="8018678" y="3460601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Reaction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80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0C7AB12-49A8-4019-9407-AD14FCFE7F6B}"/>
              </a:ext>
            </a:extLst>
          </p:cNvPr>
          <p:cNvGrpSpPr/>
          <p:nvPr/>
        </p:nvGrpSpPr>
        <p:grpSpPr>
          <a:xfrm>
            <a:off x="814368" y="462330"/>
            <a:ext cx="10563264" cy="5000575"/>
            <a:chOff x="814368" y="462330"/>
            <a:chExt cx="10563264" cy="500057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6152C5B-76C1-4B49-AEB6-96C59BE7AD01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14368" y="785495"/>
              <a:ext cx="4829810" cy="467741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07B5330-8B18-4DDF-9555-6F2CE031B7C3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7392" y="4341010"/>
              <a:ext cx="5730240" cy="7772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F15C42-378F-4E51-B526-87CE638DDA98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7392" y="2045764"/>
              <a:ext cx="5730240" cy="13030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8B38C0-5D9D-4BDC-807E-11BC536E68AD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7392" y="785495"/>
              <a:ext cx="5730240" cy="7162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E8EB1E-F036-4F91-BA2F-72AC767CBAEF}"/>
                </a:ext>
              </a:extLst>
            </p:cNvPr>
            <p:cNvSpPr txBox="1"/>
            <p:nvPr/>
          </p:nvSpPr>
          <p:spPr>
            <a:xfrm>
              <a:off x="2489684" y="462330"/>
              <a:ext cx="163986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Beam Example 1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AD3FA5D-BA94-422A-9475-FE94F11B2458}"/>
                </a:ext>
              </a:extLst>
            </p:cNvPr>
            <p:cNvSpPr txBox="1"/>
            <p:nvPr/>
          </p:nvSpPr>
          <p:spPr>
            <a:xfrm>
              <a:off x="7772924" y="623912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Reaction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EFB693-0ABF-45AD-B6BD-0FAE3CB8F728}"/>
                </a:ext>
              </a:extLst>
            </p:cNvPr>
            <p:cNvSpPr txBox="1"/>
            <p:nvPr/>
          </p:nvSpPr>
          <p:spPr>
            <a:xfrm>
              <a:off x="8301842" y="1777720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SFD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9BD950-35BD-4288-B7CA-8AAEECD6B04B}"/>
                </a:ext>
              </a:extLst>
            </p:cNvPr>
            <p:cNvSpPr txBox="1"/>
            <p:nvPr/>
          </p:nvSpPr>
          <p:spPr>
            <a:xfrm>
              <a:off x="8301842" y="3834772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BMD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4219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47B9D27-DE7C-41EC-983D-DA552DD03E11}"/>
              </a:ext>
            </a:extLst>
          </p:cNvPr>
          <p:cNvGrpSpPr/>
          <p:nvPr/>
        </p:nvGrpSpPr>
        <p:grpSpPr>
          <a:xfrm>
            <a:off x="298879" y="591235"/>
            <a:ext cx="10493375" cy="4552265"/>
            <a:chOff x="298879" y="591235"/>
            <a:chExt cx="10493375" cy="455226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CF81C55-2930-4DF8-BE0A-A12EE6118B6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98879" y="914400"/>
              <a:ext cx="4763135" cy="42291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667ED3-5335-41A8-9672-802341591B0D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014" y="3944471"/>
              <a:ext cx="5730240" cy="952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F2F31C-0F88-4A47-BB67-D9AAF82A04DB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014" y="2777826"/>
              <a:ext cx="5730240" cy="632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BDCDA34-E987-44EE-92A0-A82D75B69053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2014" y="1046013"/>
              <a:ext cx="5722620" cy="800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06D190A-D835-48C2-B9EC-2441F85D5BD9}"/>
                </a:ext>
              </a:extLst>
            </p:cNvPr>
            <p:cNvSpPr txBox="1"/>
            <p:nvPr/>
          </p:nvSpPr>
          <p:spPr>
            <a:xfrm>
              <a:off x="7808784" y="2310833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SFD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8F5F7B-0D6B-4C39-9AF0-1EDB1C2CF9A2}"/>
                </a:ext>
              </a:extLst>
            </p:cNvPr>
            <p:cNvSpPr txBox="1"/>
            <p:nvPr/>
          </p:nvSpPr>
          <p:spPr>
            <a:xfrm>
              <a:off x="7808784" y="3711390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BMD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CD69EB-1B2B-4174-8352-FE724BC385F5}"/>
                </a:ext>
              </a:extLst>
            </p:cNvPr>
            <p:cNvSpPr txBox="1"/>
            <p:nvPr/>
          </p:nvSpPr>
          <p:spPr>
            <a:xfrm>
              <a:off x="7629490" y="916865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Reaction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30C453-8032-4B2D-A01D-4C3A143C4E4C}"/>
                </a:ext>
              </a:extLst>
            </p:cNvPr>
            <p:cNvSpPr txBox="1"/>
            <p:nvPr/>
          </p:nvSpPr>
          <p:spPr>
            <a:xfrm>
              <a:off x="2196878" y="591235"/>
              <a:ext cx="166691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Beam Example 2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1715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EC20F1E-CE1F-45A6-8EFC-D1A8AF2E1AD7}"/>
              </a:ext>
            </a:extLst>
          </p:cNvPr>
          <p:cNvGrpSpPr/>
          <p:nvPr/>
        </p:nvGrpSpPr>
        <p:grpSpPr>
          <a:xfrm>
            <a:off x="333040" y="0"/>
            <a:ext cx="11525920" cy="5844988"/>
            <a:chOff x="333040" y="0"/>
            <a:chExt cx="11525920" cy="5844988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5F8CD92-87DA-4113-BF70-177B5EF283E3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33040" y="257390"/>
              <a:ext cx="4373206" cy="5587598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629A212-DB97-4A17-B65C-2E525F942FF1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7686" y="2220660"/>
              <a:ext cx="3082291" cy="14548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8D915BD-1205-4D95-9F28-722E0947D192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9141" y="305853"/>
              <a:ext cx="2997796" cy="17614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D001B1-F627-473F-925C-51B33147F6F1}"/>
                </a:ext>
              </a:extLst>
            </p:cNvPr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9977" y="257390"/>
              <a:ext cx="3978983" cy="1582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A81E61-5CD7-4A82-A77D-9D3998B40F8C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9141" y="4056193"/>
              <a:ext cx="3120836" cy="15826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44D6A69-4ACC-4205-A070-A1A487E937A7}"/>
                </a:ext>
              </a:extLst>
            </p:cNvPr>
            <p:cNvSpPr txBox="1"/>
            <p:nvPr/>
          </p:nvSpPr>
          <p:spPr>
            <a:xfrm>
              <a:off x="1693099" y="0"/>
              <a:ext cx="179417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Example 1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28855E-0772-48F4-826E-9645FD405840}"/>
                </a:ext>
              </a:extLst>
            </p:cNvPr>
            <p:cNvSpPr txBox="1"/>
            <p:nvPr/>
          </p:nvSpPr>
          <p:spPr>
            <a:xfrm>
              <a:off x="5599693" y="40721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Axial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BEBC5C-A520-4FF2-A2E6-49E758945659}"/>
                </a:ext>
              </a:extLst>
            </p:cNvPr>
            <p:cNvSpPr txBox="1"/>
            <p:nvPr/>
          </p:nvSpPr>
          <p:spPr>
            <a:xfrm>
              <a:off x="5722733" y="1934514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SFD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E00E0E-1557-4F5E-AE66-061BCECDCA70}"/>
                </a:ext>
              </a:extLst>
            </p:cNvPr>
            <p:cNvSpPr txBox="1"/>
            <p:nvPr/>
          </p:nvSpPr>
          <p:spPr>
            <a:xfrm>
              <a:off x="5848239" y="3775263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BMD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E8D7F00-D6C4-40AD-ABBA-D8A09D9AC3A3}"/>
                </a:ext>
              </a:extLst>
            </p:cNvPr>
            <p:cNvSpPr txBox="1"/>
            <p:nvPr/>
          </p:nvSpPr>
          <p:spPr>
            <a:xfrm>
              <a:off x="9129772" y="95807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Deflected Shape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1821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7B44072-C3E7-41AE-832A-C02CE6C66E27}"/>
              </a:ext>
            </a:extLst>
          </p:cNvPr>
          <p:cNvGrpSpPr/>
          <p:nvPr/>
        </p:nvGrpSpPr>
        <p:grpSpPr>
          <a:xfrm>
            <a:off x="590802" y="563049"/>
            <a:ext cx="11365428" cy="5667422"/>
            <a:chOff x="590802" y="563049"/>
            <a:chExt cx="11365428" cy="566742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D612308-8F5B-466A-A050-559CC4459B77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90802" y="879157"/>
              <a:ext cx="4285998" cy="535131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E3D2E56-E5E3-4749-8F0C-56959C568DF2}"/>
                </a:ext>
              </a:extLst>
            </p:cNvPr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7028" y="886215"/>
              <a:ext cx="3029202" cy="1410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284DCE2-BD2C-4327-988A-8A36F954F827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876783"/>
              <a:ext cx="4018149" cy="1338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934323-D125-421D-A9C7-4EA1650AEC13}"/>
                </a:ext>
              </a:extLst>
            </p:cNvPr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8879" y="2379019"/>
              <a:ext cx="4018149" cy="20999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4D3462-33F6-4B0D-B396-03E0861B955F}"/>
                </a:ext>
              </a:extLst>
            </p:cNvPr>
            <p:cNvPicPr/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6059" y="4426444"/>
              <a:ext cx="3489653" cy="16695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C3A49A-D7EA-4562-9160-8AAE0A42D432}"/>
                </a:ext>
              </a:extLst>
            </p:cNvPr>
            <p:cNvSpPr txBox="1"/>
            <p:nvPr/>
          </p:nvSpPr>
          <p:spPr>
            <a:xfrm>
              <a:off x="6457839" y="2053491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SFD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CE877C-D765-44D9-BBA4-973BC17D05A7}"/>
                </a:ext>
              </a:extLst>
            </p:cNvPr>
            <p:cNvSpPr txBox="1"/>
            <p:nvPr/>
          </p:nvSpPr>
          <p:spPr>
            <a:xfrm>
              <a:off x="6457839" y="4021306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BMD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3A6AD5-2C3D-43FC-8917-75866E845B6C}"/>
                </a:ext>
              </a:extLst>
            </p:cNvPr>
            <p:cNvSpPr txBox="1"/>
            <p:nvPr/>
          </p:nvSpPr>
          <p:spPr>
            <a:xfrm>
              <a:off x="9884962" y="563050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Deflected Shape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DE1384-4F60-4BE3-9685-9CAD91F03014}"/>
                </a:ext>
              </a:extLst>
            </p:cNvPr>
            <p:cNvSpPr txBox="1"/>
            <p:nvPr/>
          </p:nvSpPr>
          <p:spPr>
            <a:xfrm>
              <a:off x="6457839" y="563049"/>
              <a:ext cx="14791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Axial Force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E2F3AF-559E-4E25-AEF4-E6E748DAEE30}"/>
                </a:ext>
              </a:extLst>
            </p:cNvPr>
            <p:cNvSpPr txBox="1"/>
            <p:nvPr/>
          </p:nvSpPr>
          <p:spPr>
            <a:xfrm>
              <a:off x="2208936" y="563049"/>
              <a:ext cx="178926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Frame Example 2</a:t>
              </a:r>
              <a:endParaRPr lang="en-IN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6985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47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788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57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Kashyap</dc:creator>
  <cp:lastModifiedBy>Vishal Kashyap</cp:lastModifiedBy>
  <cp:revision>4</cp:revision>
  <dcterms:created xsi:type="dcterms:W3CDTF">2025-07-11T06:50:18Z</dcterms:created>
  <dcterms:modified xsi:type="dcterms:W3CDTF">2025-07-11T09:01:41Z</dcterms:modified>
</cp:coreProperties>
</file>